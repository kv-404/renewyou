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ea724708b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cea724708b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cea724708b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ea724708b_3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cea724708b_3_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cea724708b_3_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ea724708b_3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ea724708b_3_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ea724708b_3_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ea724708b_3_1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cea724708b_3_1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ea724708b_3_1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311700" y="2834125"/>
            <a:ext cx="85206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Project title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Karamveer Singh Qaumi</a:t>
            </a:r>
            <a:endParaRPr b="1" sz="832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Larry Page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7" name="Google Shape;57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4" name="Google Shape;64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A98C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84A98C"/>
                </a:solidFill>
                <a:latin typeface="Calibri"/>
                <a:ea typeface="Calibri"/>
                <a:cs typeface="Calibri"/>
                <a:sym typeface="Calibri"/>
              </a:rPr>
              <a:t>CASE STUDY  ·  RENEW YOU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8046720" y="20116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A98C"/>
              </a:buClr>
              <a:buSzPts val="2200"/>
              <a:buFont typeface="Georgia"/>
              <a:buNone/>
            </a:pPr>
            <a:r>
              <a:rPr b="1" i="0" lang="en-GB" sz="2200" u="none" cap="none" strike="noStrike">
                <a:solidFill>
                  <a:srgbClr val="84A98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65760" y="68580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365760" y="1517904"/>
            <a:ext cx="1280160" cy="4114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Mental wellness tools exist — but people can't find, afford, or navigate them alone.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365750" y="1756413"/>
            <a:ext cx="8364900" cy="28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8F4EF"/>
                </a:solidFill>
                <a:latin typeface="Cambria"/>
                <a:ea typeface="Cambria"/>
                <a:cs typeface="Cambria"/>
                <a:sym typeface="Cambria"/>
              </a:rPr>
              <a:t>Many individuals struggle to maintain their mental well-being due to busy lifestyles and lack of access to personalized wellness resources. There is a need for a convenient solution that provides curated mental health tools tailored to individual goals such as stress management, better sleep, and improved focus. RenewYou addresses this problem by offering a customized wellness subscription box that delivers carefully selected items like journals, essential oils, and books directly to users on a regular basis.</a:t>
            </a:r>
            <a:endParaRPr sz="1700">
              <a:solidFill>
                <a:srgbClr val="F8F4E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0" y="0"/>
            <a:ext cx="4114800" cy="128016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320040" y="201168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GB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Our Solution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2200"/>
              <a:buFont typeface="Georgia"/>
              <a:buNone/>
            </a:pPr>
            <a:r>
              <a:rPr b="1" i="0" lang="en-GB" sz="2200" u="none" cap="none" strike="noStrike">
                <a:solidFill>
                  <a:srgbClr val="52796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320040" y="141732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200"/>
              <a:buFont typeface="Calibri"/>
              <a:buNone/>
            </a:pPr>
            <a:r>
              <a:rPr b="0" i="1" lang="en-GB" sz="1200" u="none" cap="none" strike="noStrike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RenewYou — A one-stop wellness subscription website built to guide, personalise, and deliver.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320040" y="1920240"/>
            <a:ext cx="406908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320040" y="1920240"/>
            <a:ext cx="64008" cy="129844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484632" y="202996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800"/>
              <a:buFont typeface="Georgia"/>
              <a:buNone/>
            </a:pPr>
            <a:r>
              <a:rPr b="1" i="0" lang="en-GB" sz="1800" u="none" cap="none" strike="noStrike">
                <a:solidFill>
                  <a:srgbClr val="40916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1005840" y="20482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All In One Place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484632" y="2450592"/>
            <a:ext cx="3749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Browse and buy curated wellness products — journals, essential oils, books — on a single calm website.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663440" y="1920240"/>
            <a:ext cx="406908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4663440" y="1920240"/>
            <a:ext cx="64008" cy="129844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4828032" y="202996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800"/>
              <a:buFont typeface="Georgia"/>
              <a:buNone/>
            </a:pPr>
            <a:r>
              <a:rPr b="1" i="0" lang="en-GB" sz="1800" u="none" cap="none" strike="noStrike">
                <a:solidFill>
                  <a:srgbClr val="40916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349240" y="20482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Subscription Boxes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828032" y="2450592"/>
            <a:ext cx="3749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Subscribe monthly to receive a hand-picked box of wellness tools delivered right to your door.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320040" y="3383280"/>
            <a:ext cx="406908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320040" y="3383280"/>
            <a:ext cx="64008" cy="129844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484632" y="349300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800"/>
              <a:buFont typeface="Georgia"/>
              <a:buNone/>
            </a:pPr>
            <a:r>
              <a:rPr b="1" i="0" lang="en-GB" sz="1800" u="none" cap="none" strike="noStrike">
                <a:solidFill>
                  <a:srgbClr val="40916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1005840" y="351129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Personalized Quiz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84632" y="3913632"/>
            <a:ext cx="3749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Take a short quiz about how you feel and get a recommendation tailored specifically to your needs.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663440" y="3383280"/>
            <a:ext cx="406908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4663440" y="3383280"/>
            <a:ext cx="64008" cy="129844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4828032" y="349300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800"/>
              <a:buFont typeface="Georgia"/>
              <a:buNone/>
            </a:pPr>
            <a:r>
              <a:rPr b="1" i="0" lang="en-GB" sz="1800" u="none" cap="none" strike="noStrike">
                <a:solidFill>
                  <a:srgbClr val="40916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349240" y="351129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Calm, Simple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828032" y="3913632"/>
            <a:ext cx="37490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The website itself feels peaceful. Clean layout, soft colours, and no overwhelming clutter.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2796F"/>
          </a:solidFill>
          <a:ln cap="flat" cmpd="sng" w="12700">
            <a:solidFill>
              <a:srgbClr val="5279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365760" y="164592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GB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E8D8"/>
              </a:buClr>
              <a:buSzPts val="2200"/>
              <a:buFont typeface="Georgia"/>
              <a:buNone/>
            </a:pPr>
            <a:r>
              <a:rPr b="1" i="0" lang="en-GB" sz="2200" u="none" cap="none" strike="noStrike">
                <a:solidFill>
                  <a:srgbClr val="D8E8D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530352" y="1234440"/>
            <a:ext cx="914400" cy="914400"/>
          </a:xfrm>
          <a:prstGeom prst="ellipse">
            <a:avLst/>
          </a:prstGeom>
          <a:solidFill>
            <a:srgbClr val="1B4332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371600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274320" y="2240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Home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274320" y="2587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User lands on site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856232" y="1636776"/>
            <a:ext cx="320040" cy="54864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2093976" y="1581912"/>
            <a:ext cx="73152" cy="16459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2267712" y="1234440"/>
            <a:ext cx="914400" cy="914400"/>
          </a:xfrm>
          <a:prstGeom prst="ellipse">
            <a:avLst/>
          </a:prstGeom>
          <a:solidFill>
            <a:srgbClr val="1B4332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4016" y="1371600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2011680" y="2240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Browse Shop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011680" y="2587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View all products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593592" y="1636776"/>
            <a:ext cx="320040" cy="54864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3831336" y="1581912"/>
            <a:ext cx="73152" cy="16459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4005072" y="1234440"/>
            <a:ext cx="914400" cy="914400"/>
          </a:xfrm>
          <a:prstGeom prst="ellipse">
            <a:avLst/>
          </a:prstGeom>
          <a:solidFill>
            <a:srgbClr val="1B4332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1376" y="1371600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3749040" y="2240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Take Quiz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3749040" y="2587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Get recommendation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330952" y="1636776"/>
            <a:ext cx="320040" cy="54864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5568696" y="1581912"/>
            <a:ext cx="73152" cy="16459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5742432" y="1234440"/>
            <a:ext cx="914400" cy="914400"/>
          </a:xfrm>
          <a:prstGeom prst="ellipse">
            <a:avLst/>
          </a:prstGeom>
          <a:solidFill>
            <a:srgbClr val="1B4332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8736" y="1371600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5486400" y="2240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Add to Cart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486400" y="2587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Save chosen items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7068312" y="1636776"/>
            <a:ext cx="320040" cy="54864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7306056" y="1581912"/>
            <a:ext cx="73152" cy="16459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7479792" y="1234440"/>
            <a:ext cx="914400" cy="914400"/>
          </a:xfrm>
          <a:prstGeom prst="ellipse">
            <a:avLst/>
          </a:prstGeom>
          <a:solidFill>
            <a:srgbClr val="1B4332"/>
          </a:solidFill>
          <a:ln cap="flat" cmpd="sng" w="254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6096" y="1371600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/>
          <p:nvPr/>
        </p:nvSpPr>
        <p:spPr>
          <a:xfrm>
            <a:off x="7223760" y="22402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Checkout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7223760" y="2587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Confirm order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65760" y="28346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Website Pages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65760" y="3163824"/>
            <a:ext cx="914400" cy="36576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365760" y="33375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→  index.html — 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365760" y="368503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→  shop.html —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365760" y="403250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→  product.html —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663440" y="33375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→  quiz.html — Quiz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663440" y="368503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→  cart.html — Basket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663440" y="403250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A2E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D3A2E"/>
                </a:solidFill>
                <a:latin typeface="Calibri"/>
                <a:ea typeface="Calibri"/>
                <a:cs typeface="Calibri"/>
                <a:sym typeface="Calibri"/>
              </a:rPr>
              <a:t>→  checkout.html —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65760" y="461772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7B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7A8C7B"/>
                </a:solidFill>
                <a:latin typeface="Calibri"/>
                <a:ea typeface="Calibri"/>
                <a:cs typeface="Calibri"/>
                <a:sym typeface="Calibri"/>
              </a:rPr>
              <a:t>Built with: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371600" y="4645152"/>
            <a:ext cx="1078992" cy="256032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371600" y="4645152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2606040" y="4645152"/>
            <a:ext cx="1078992" cy="256032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2606040" y="4645152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840480" y="4645152"/>
            <a:ext cx="1078992" cy="256032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3840480" y="4645152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2543D"/>
          </a:solidFill>
          <a:ln cap="flat" cmpd="sng" w="12700">
            <a:solidFill>
              <a:srgbClr val="225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8046720" y="20116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A98C"/>
              </a:buClr>
              <a:buSzPts val="2200"/>
              <a:buFont typeface="Georgia"/>
              <a:buNone/>
            </a:pPr>
            <a:r>
              <a:rPr b="1" i="0" lang="en-GB" sz="2200" u="none" cap="none" strike="noStrike">
                <a:solidFill>
                  <a:srgbClr val="84A98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65760" y="34747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A98C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84A98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65760" y="777240"/>
            <a:ext cx="5943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GB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RenewYou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GB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Delivers.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313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914400" y="23134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14400" y="263347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D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D8E8D8"/>
                </a:solidFill>
                <a:latin typeface="Calibri"/>
                <a:ea typeface="Calibri"/>
                <a:cs typeface="Calibri"/>
                <a:sym typeface="Calibri"/>
              </a:rPr>
              <a:t>A single, calm website brings wellness products together and makes mental health support accessible to everyone.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" y="31821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914400" y="318211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Working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914400" y="350215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D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D8E8D8"/>
                </a:solidFill>
                <a:latin typeface="Calibri"/>
                <a:ea typeface="Calibri"/>
                <a:cs typeface="Calibri"/>
                <a:sym typeface="Calibri"/>
              </a:rPr>
              <a:t>All 6 pages are connected — users can browse, take the quiz, add to cart, and complete checkout seamlessly.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472" y="40507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914400" y="40507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Grow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914400" y="437083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D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D8E8D8"/>
                </a:solidFill>
                <a:latin typeface="Calibri"/>
                <a:ea typeface="Calibri"/>
                <a:cs typeface="Calibri"/>
                <a:sym typeface="Calibri"/>
              </a:rPr>
              <a:t>With a backend and real payments added, RenewYou could realistically become a live business.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629400" y="13716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Renew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GB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You.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629400" y="3657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4A98C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84A98C"/>
                </a:solidFill>
                <a:latin typeface="Calibri"/>
                <a:ea typeface="Calibri"/>
                <a:cs typeface="Calibri"/>
                <a:sym typeface="Calibri"/>
              </a:rPr>
              <a:t>Wellness, distilled.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0" y="4846320"/>
            <a:ext cx="6537960" cy="30175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274320" y="4846320"/>
            <a:ext cx="6126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with HTML  ·  CSS  ·  JavaScript  |  github.com/Kv-404/RenewYou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84" name="Google Shape;184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